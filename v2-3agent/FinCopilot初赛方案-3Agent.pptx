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</a:defRPr>
            </a:pPr>
            <a:r>
              <a:t>FinCopilot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6DB"/>
                </a:solidFill>
              </a:defRPr>
            </a:pPr>
            <a:r>
              <a:t>金融风控与理赔多智能体协同平台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3-Agent 精简架构 · 感知 → 处置 → 审计 · 端到端自主闭环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t>GOAI 世界人工智能开源大赛 · Agent Infra 赛道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骆程浩 · 杭州电子科技大学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</a:defRPr>
            </a:pPr>
            <a:r>
              <a:t>分享大纲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定位 → 架构 → 能力 → 落地 → 开源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011680"/>
            <a:ext cx="10515600" cy="5029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8483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6DB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057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293B"/>
                </a:solidFill>
              </a:defRPr>
            </a:pPr>
            <a:r>
              <a:t>场景与定位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26771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</a:defRPr>
            </a:pPr>
            <a:r>
              <a:t>金融风控为什么需要多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578608"/>
            <a:ext cx="10515600" cy="5029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6517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6DB"/>
                </a:solidFill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6243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293B"/>
                </a:solidFill>
              </a:defRPr>
            </a:pPr>
            <a:r>
              <a:t>架构设计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834640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</a:defRPr>
            </a:pPr>
            <a:r>
              <a:t>4 Agent→3 Agent 演进 + Pipeline 闭环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145536"/>
            <a:ext cx="10515600" cy="5029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21868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6DB"/>
                </a:solidFill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1912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293B"/>
                </a:solidFill>
              </a:defRPr>
            </a:pPr>
            <a:r>
              <a:t>Agent 详解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3401568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</a:defRPr>
            </a:pPr>
            <a:r>
              <a:t>RiskDetective / Disposition / Auditor 逐一展开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712464"/>
            <a:ext cx="10515600" cy="5029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78561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6DB"/>
                </a:solidFill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375818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293B"/>
                </a:solidFill>
              </a:defRPr>
            </a:pPr>
            <a:r>
              <a:t>Skill·MCP·RAG·可观测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3968496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</a:defRPr>
            </a:pPr>
            <a:r>
              <a:t>能力体系 + 失败处理 + 协同映射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4279392"/>
            <a:ext cx="10515600" cy="5029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35254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6DB"/>
                </a:solidFill>
              </a:defRPr>
            </a:pPr>
            <a: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432511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293B"/>
                </a:solidFill>
              </a:defRPr>
            </a:pPr>
            <a:r>
              <a:t>安全与工程落地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4535424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</a:defRPr>
            </a:pPr>
            <a:r>
              <a:t>审批网关·回滚·脱敏 + AgentTeams 迁移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4846320"/>
            <a:ext cx="10515600" cy="5029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91947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6DB"/>
                </a:solidFill>
              </a:defRPr>
            </a:pPr>
            <a: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5920" y="48920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293B"/>
                </a:solidFill>
              </a:defRPr>
            </a:pPr>
            <a:r>
              <a:t>开源与路线图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45920" y="510235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</a:defRPr>
            </a:pPr>
            <a:r>
              <a:t>5 阶段交付 + Apache 2.0 + 社区共建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01 · 场景与定位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</a:defRPr>
            </a:pPr>
            <a:r>
              <a:t>为什么金融风控需要多 Agent？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t>复杂风控任务包含多信号源、多决策环节和严格合规要求，单个 LLM 无法胜任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2743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3657600" cy="3200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874520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🔍 信号碎片化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4028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交易流水、征信报告、舆情、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2316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投诉记录分散在 5+ 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60604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人工整合耗时 2h+/条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78892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漏报率高达 40%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828800"/>
            <a:ext cx="3657600" cy="2743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828800"/>
            <a:ext cx="3657600" cy="320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8" y="1874520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🎯 决策复杂化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224028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新型团伙欺诈模式多变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42316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规则引擎误报率 &gt;30%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260604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单 LLM 缺乏多视角验证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278892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高风险决策不可回滚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1828800"/>
            <a:ext cx="3657600" cy="2743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1828800"/>
            <a:ext cx="3657600" cy="3200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47888" y="1874520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📋 合规高压化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224028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银保监会要求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242316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全链路审计可追溯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260604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事后追溯跨部门取证难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78892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整改成本极高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937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目标用户：商业银行风控部 · 保险公司理赔部 · 消费金融公司反欺诈团队   |   场景：异常交易监控 / 车险理赔审核 / 反欺诈调查 / 合规审计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02 · 架构设计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</a:defRPr>
            </a:pPr>
            <a:r>
              <a:t>从 4 Agent 到 3 Agent 的架构演进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5156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114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4 Agent 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 Agent 版（当前）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选择理由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Aggregator/Analyzer/Disposition/Auditor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Detective/Disposition/Auditor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赛题≥3，不冗余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聚合→分析→处置→审计（4步）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感知→处置→审计（3步）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减少编排约25%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核心变化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聚合+分析各自独立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RiskDetective 内聚两者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紧耦合，适合合并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Skill 体系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6 Skill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6 Skill（相同）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底层能力不受Agent数影响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校验机制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Agent间显式校验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Agent内三层(规则+RAG+LLM)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校验仍在，位置不同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02 · 架构设计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</a:defRPr>
            </a:pPr>
            <a:r>
              <a:t>3 Agent 身份定义与 Pipeline 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3657600" cy="32004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3200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874520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RiskDetective · 风险感知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24028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🎯 信号聚合+欺诈检测+影响面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42316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多源接入·去重·标准化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规则+RAG+LLM 三层检测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78892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影响面量化+处置建议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828800"/>
            <a:ext cx="3657600" cy="32004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828800"/>
            <a:ext cx="3657600" cy="3200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7408" y="1874520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DispositionAgent · 处置执行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224028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🎯 方案生成+自动执行+审批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242316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生成处置工单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60604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限额内自动执行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278892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高风险→人工审批+回滚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1828800"/>
            <a:ext cx="3657600" cy="32004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1828800"/>
            <a:ext cx="3657600" cy="3200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47888" y="1874520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ComplianceAuditor · 合规审计 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224028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🎯 结果核验+合规审计+复盘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242316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核验处置结果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260604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法规库合规匹配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278892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审计轨迹+案例复盘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56DB"/>
                </a:solidFill>
              </a:defRPr>
            </a:pPr>
            <a:r>
              <a:t>Pipeline: RiskDetective → DispositionAgent → ComplianceAuditor → CaseReview Skill 回写 RAG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03 · Agent 详解 —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56DB"/>
                </a:solidFill>
              </a:defRPr>
            </a:pPr>
            <a:r>
              <a:t>RiskDetective · 风险感知 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530352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5303520" cy="3200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874520"/>
            <a:ext cx="5084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输入 → 三层检测 → 输出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24028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📥 输入：交易流水/征信报告/舆情/投诉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42316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⚙️ 处理流程：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78892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① 信号聚合：多源接入→去重→标准化→S0-S3 分级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97180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② 规则引擎：匹配预定义欺诈模式（高频转账/异常时段等）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15468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③ RAG 检索：相似历史案例匹配，相似度&gt;0.7 即命中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33756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④ LLM 推理：复杂场景深度分析，输出推理链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2044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66928" y="370332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📤 输出：标准化事件 + 欺诈评分(0-100) + 影响面(¥) + 处置建议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828800"/>
            <a:ext cx="530352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828800"/>
            <a:ext cx="5303520" cy="3200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7648" y="1874520"/>
            <a:ext cx="5084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设计决策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7648" y="224028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💡 为什么合并聚合+分析？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42316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· 信号质量→分析结论，天然紧耦合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7648" y="260604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· 合并减少一次编排调度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7648" y="278892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· Pipeline 4步→3步，延迟降约25%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7648" y="297180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327648" y="315468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⚠️ 风险缓解：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7648" y="333756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· Agent内仍执行三层交叉验证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7648" y="352044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· Disposition 和 Auditor 各做二次校验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7648" y="370332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· 未来可拆回两个 Agent，Skill不变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03 · Agent 详解 —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56DB"/>
                </a:solidFill>
              </a:defRPr>
            </a:pPr>
            <a:r>
              <a:t>DispositionAgent · 处置执行 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530352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5303520" cy="3200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874520"/>
            <a:ext cx="5084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分级执行机制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24028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📝 生成处置方案：操作步骤+参数+回滚Token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42316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✅ 自动执行（限额内）：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78892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· 账户标记 / 小额理赔 (&lt;¥50,000) / 风险备注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97180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· 每步记录 idempotency_key 防重复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15468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· 每步记录 rollback_token 支持撤销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33756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66928" y="352044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⚠️ 审批升级（高风险）：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70332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· 赔付 &gt;¥50,000 / 账户冻结 / 拒保 → 暂停 Pipeline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88620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· Matrix Room 通知 Human 审批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06908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· 通过→继续 / 拒绝→回滚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828800"/>
            <a:ext cx="530352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828800"/>
            <a:ext cx="5303520" cy="3200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1874520"/>
            <a:ext cx="5084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为什么不是全自动？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7648" y="224028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🔐 金融场景的特殊性：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7648" y="242316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· 误判的代价不是 retry 能解决的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7648" y="260604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· 监管要求高风险决策必须人工确认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278892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· 银保监会：自动化决策需保留人工干预通道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7648" y="297180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327648" y="315468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⚡ 平衡点：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7648" y="333756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· 90%+ 低风险操作 → 自动秒级处理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7648" y="352044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· &lt;10% 高风险操作 → 人工拍板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370332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· 机器跑得快，人守住最后一道关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03 · Agent 详解 —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56DB"/>
                </a:solidFill>
              </a:defRPr>
            </a:pPr>
            <a:r>
              <a:t>ComplianceAuditor · 合规审计 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530352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5303520" cy="3200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874520"/>
            <a:ext cx="5084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审计四步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24028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① 结果核验：比对处置结果 vs 预期方案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42316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 · 操作是否全部成功 / 失败原因 / 缺失项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566928" y="278892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② 合规匹配：RAG 检索法规库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97180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 · 匹配适用监管规则 → 标注违规项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15468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 · 合规评分 0-100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33756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66928" y="352044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③ 审计轨迹：SHA-256 Hash 链式存储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70332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 · 不可篡改 · 可追溯 · 满足银保监要求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88620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566928" y="406908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④ 证据归档：Trace+Log+截图打包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828800"/>
            <a:ext cx="530352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828800"/>
            <a:ext cx="5303520" cy="3200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1874520"/>
            <a:ext cx="5084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复盘闭环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7648" y="224028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🔄 CaseReview Skill 自动触发：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7648" y="242316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· 提取完整案例轨迹（信号→分析→处置→结果）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7648" y="260604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· 总结关键决策点和经验教训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278892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· 更新 RAG 知识库（新规则/新模式）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7648" y="297180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327648" y="315468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📈 持续进化：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7648" y="333756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· 每次处置都是一次学习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7648" y="352044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· 下次类似案例 → RAG 检索命中 → 更快更准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3703320"/>
            <a:ext cx="50840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· '越用越聪明' 的正反馈循环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03 · 协作场景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293B"/>
                </a:solidFill>
              </a:defRPr>
            </a:pPr>
            <a:r>
              <a:t>3 Agent 协同时间线 · 车险理赔完整案例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56DB"/>
                </a:solidFill>
              </a:defRPr>
            </a:pPr>
            <a:r>
              <a:t>10:01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8288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</a:defRPr>
            </a:pPr>
            <a:r>
              <a:t>人工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82880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</a:defRPr>
            </a:pPr>
            <a:r>
              <a:t>客户提交车险理赔（保单+事故照片+交警报告）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12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56DB"/>
                </a:solidFill>
              </a:defRPr>
            </a:pPr>
            <a:r>
              <a:t>10:02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1284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</a:defRPr>
            </a:pPr>
            <a:r>
              <a:t>RiskDetective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212848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</a:defRPr>
            </a:pPr>
            <a:r>
              <a:t>聚合理赔系统+保单库+定损API → 核验保单→定损→欺诈检测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968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56DB"/>
                </a:solidFill>
              </a:defRPr>
            </a:pPr>
            <a:r>
              <a:t>10:05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596896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</a:defRPr>
            </a:pPr>
            <a:r>
              <a:t>RiskDetective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2596896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</a:defRPr>
            </a:pPr>
            <a:r>
              <a:t>输出：保单有效 ✓ / 定损 ¥35,000 / 欺诈评分 15 → 建议自动赔付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809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56DB"/>
                </a:solidFill>
              </a:defRPr>
            </a:pPr>
            <a:r>
              <a:t>10:07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98094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</a:defRPr>
            </a:pPr>
            <a:r>
              <a:t>Disposition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980944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</a:defRPr>
            </a:pPr>
            <a:r>
              <a:t>生成赔付方案 ¥35,000 → 低于 ¥50,000 → 自动执行 → 通知客户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3649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56DB"/>
                </a:solidFill>
              </a:defRPr>
            </a:pPr>
            <a:r>
              <a:t>10:09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36499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</a:defRPr>
            </a:pPr>
            <a:r>
              <a:t>Compliance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3364992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</a:defRPr>
            </a:pPr>
            <a:r>
              <a:t>核验金额 ✓ → 合规检查 ✓ → SHA-256 审计轨迹 → 归档证据包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7490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56DB"/>
                </a:solidFill>
              </a:defRPr>
            </a:pPr>
            <a:r>
              <a:t>10:11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7490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</a:defRPr>
            </a:pPr>
            <a:r>
              <a:t>CaseReview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74904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</a:defRPr>
            </a:pPr>
            <a:r>
              <a:t>案例复盘 → 提取经验 → 写入知识库 → 闭环完成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59E0B"/>
                </a:solidFill>
              </a:defRPr>
            </a:pPr>
            <a:r>
              <a:t>💡 高风险操作（赔付&gt;¥50,000 / 拒保 / 冻结）→ Disposition 暂停 → Matrix Room 通知 Human 审批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04 · 能力体系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56DB"/>
                </a:solidFill>
              </a:defRPr>
            </a:pPr>
            <a:r>
              <a:t>6 大 Skill 工程体系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每个 Skill 定义清晰的输入输出 Schema、依赖工具、失败处理机制、安全边界和复用路径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45920"/>
          <a:ext cx="1124712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Skill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用途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输入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输出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调用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复用场景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signal_aggregation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多源信号聚合降噪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{sources,time_window}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RiskEvent[]+统计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RiskDetective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信贷/反洗钱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fraud_detection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欺诈模式匹配评分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{event,history,rules}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评分+匹配模式+置信度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RiskDetective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信贷反欺诈/保险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claim_assessment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理赔评估定损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{claim,policy,evidence}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评估结果+金额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RiskDetective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车险/健康险/财险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disposition_executor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处置执行+回滚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{plan,auth_context}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执行结果+回滚Token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Disposition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所有审批场景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compliance_audit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合规审计+证据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{result,trace,rules}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审计报告+证据包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Auditor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所有合规场景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case_review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案例复盘+知识沉淀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{case_data}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复盘报告+新规则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Auditor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所有经验积累场景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04 · 能力体系（补强）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</a:defRPr>
            </a:pPr>
            <a:r>
              <a:t>Skill 失败处理机制 &amp; Agent-Skill 协同映射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54864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32004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Skill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超时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重试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失败回退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signal_aggregation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30s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3次指数退避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返回已聚合部分+标注失败源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fraud_detection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60s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2次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仅使用规则引擎+标注LLM不可用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claim_assessment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45s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2次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升级至人工评估队列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disposition_executor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120s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1次(幂等)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标记失败+通知人工+支持回滚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compliance_audit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30s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1次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生成部分报告+标注缺失项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case_review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60s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2次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排队等待下次批处理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371600"/>
          <a:ext cx="530352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7840"/>
                <a:gridCol w="1767840"/>
                <a:gridCol w="1767840"/>
              </a:tblGrid>
              <a:tr h="32004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调用 Skill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时机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RiskDetective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signal_aggregation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Pipeline启动时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RiskDetective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fraud_detection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信号聚合完成后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RiskDetective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claim_assessment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理赔场景触发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DispositionAgent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disposition_executor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收到处置建议后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ComplianceAuditor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compliance_audit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处置完成后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ComplianceAuditor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case_review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案例关闭后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</a:defRPr>
            </a:pPr>
            <a:r>
              <a:t>设计原则：所有 Skill 继承 BaseSkill 基类，统一重试框架（指数退避+最大重试+执行耗时+结构化日志）。Skill 与 Agent 通过 AgentTeams 的 Task 事件解耦——Agent 发 Task 事件，Skill 订阅执行，结果通过 Room 回传。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04 · 能力体系（补强）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293B"/>
                </a:solidFill>
              </a:defRPr>
            </a:pPr>
            <a:r>
              <a:t>MCP 工具层 + RAG + 可观测 · 4 项能力已实现 3 项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463040"/>
            <a:ext cx="365760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463040"/>
            <a:ext cx="3657600" cy="3200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508760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MCP 工具连接层（4组）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87452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mcp-tx-system → 交易流水/冻结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205740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mcp-credit → 征信报告/评分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224028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mcp-claims-system → 保单/理赔/赔付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42316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mcp-sentiment → 舆情搜索/监控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260604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协议: JSON-RPC 2.0 over HTTP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78892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鉴权: HMAC-SHA256 签名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97180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幂等: idempotency_key 去重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1463040"/>
            <a:ext cx="365760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06240" y="1463040"/>
            <a:ext cx="3657600" cy="3200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15968" y="1508760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4 项能力实现状态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187452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✅ 知识库 RAG — 风控案例+法规库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205740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检索：top_k=5, 相似度&gt;0.75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224028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✅ 轨迹可观测 — OpenTelemetry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15968" y="242316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Trace: Agent→Skill→MCP→LLM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5968" y="260604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✅ 共享状态管理 — TaskContext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5968" y="278892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  AgentTeams TeamHarness 状态机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5968" y="297180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🔲 Agent记忆存储 — 规划中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1463040"/>
            <a:ext cx="365760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38160" y="1463040"/>
            <a:ext cx="3657600" cy="320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47888" y="1508760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可观测采集方案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187452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标准: OpenTelemetry GenAI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7888" y="205740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数据: Trace/Log/Metrics 全3类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224028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采集: AgentTeams AgentLoop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7888" y="242316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存储: PolarDB 时序表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7888" y="260604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应用: 实时告警+离线评估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2788920"/>
            <a:ext cx="3438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成本: 按 Skill/MCP/LLM 分账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114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</a:defRPr>
            </a:pPr>
            <a:r>
              <a:t>赛题要求从「Agent记忆存储/知识库RAG/共享状态管理/轨迹可观测」4项中至少实现2项。本方案实现3项：RAG（风控案例库+法规库）、共享状态管理（AgentTeams TeamHarness）、轨迹可观测（OpenTelemetry全链路），超出最低要求。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04 · 能力体系（补强）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</a:defRPr>
            </a:pPr>
            <a:r>
              <a:t>MCP 等价集成契约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即使不使用 MCP，外部工具也需抽象为可被 Agent/Skill 稳定调用的工具能力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45920"/>
          <a:ext cx="1124712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2004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契约要素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mcp-tx-system 示例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说明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工具名称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query_transactions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Agent/Skill 调用标识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调用入口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POST /api/mcp · JSON-RPC 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协议+端点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参数Schema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{account_id:str, time_range, limit:int}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Pydantic 校验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返回结构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{transactions[], total, page}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结构化响应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鉴权方式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AK/SK + HMAC-SHA256 签名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每次请求签名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权限范围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只读交易流水，不可写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最小权限原则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失败重试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指数退避 1s-2s-4s, 最多3次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带 jitter 防惊群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幂等控制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idempotency_key header, 300s 去重窗口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防重复执行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审计日志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caller/timestamp/params_hash/result_hash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每次调用记录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降级方式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MCP不可用→本地缓存+人工兜底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不阻塞 Pipeline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937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</a:defRPr>
            </a:pPr>
            <a:r>
              <a:t>评审关注：后续迁移到 MCP 时只需协议适配（HTTP→MCP SDK），不需要重新设计工具调用链。以上契约已满足等价替换条件。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05 · 安全与工程落地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</a:defRPr>
            </a:pPr>
            <a:r>
              <a:t>安全边界与防护机制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645920"/>
            <a:ext cx="27432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645920"/>
            <a:ext cx="2743200" cy="3200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691640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审批网关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2057400"/>
            <a:ext cx="2523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赔付&gt;¥50,000 → 人工审批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2240280"/>
            <a:ext cx="2523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账户冻结/解冻 → 人工审批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2423160"/>
            <a:ext cx="2523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拒保决定 → 人工审批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606040"/>
            <a:ext cx="2523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Matrix Room 实时通知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2788920"/>
            <a:ext cx="2523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30min 超时自动驳回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1645920"/>
            <a:ext cx="27432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645920"/>
            <a:ext cx="2743200" cy="320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1568" y="1691640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回滚引擎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01568" y="2057400"/>
            <a:ext cx="2523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每步操作记录 rollback_token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568" y="2240280"/>
            <a:ext cx="2523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逆序回滚，按步撤销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2423160"/>
            <a:ext cx="2523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幂等：重复回滚无副作用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1568" y="2606040"/>
            <a:ext cx="2523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回滚日志独立存储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1568" y="2788920"/>
            <a:ext cx="2523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支持全量/部分回滚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1645920"/>
            <a:ext cx="27432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1645920"/>
            <a:ext cx="2743200" cy="3200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1691640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数据安全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2057400"/>
            <a:ext cx="2523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PII 自动脱敏（姓名/身份证/卡号）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2240280"/>
            <a:ext cx="2523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Agent 不可见明文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2423160"/>
            <a:ext cx="2523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RBAC 最小权限：Agent 按角色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2606040"/>
            <a:ext cx="2523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Skill 按调用者鉴权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9088" y="2788920"/>
            <a:ext cx="2523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审计日志 SHA-256 链式存储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26880" y="1645920"/>
            <a:ext cx="27432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326880" y="1645920"/>
            <a:ext cx="2743200" cy="3200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36608" y="1691640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合规审计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36608" y="2057400"/>
            <a:ext cx="2523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每条决策可追溯至 Agent+Skill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36608" y="2240280"/>
            <a:ext cx="2523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法规库 RAG 自动匹配规则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36608" y="2423160"/>
            <a:ext cx="2523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证据包：Trace+Log+截图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36608" y="2606040"/>
            <a:ext cx="2523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合规评分 0-100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36608" y="2788920"/>
            <a:ext cx="2523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满足银保监可追溯要求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05 · 工程落地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</a:defRPr>
            </a:pPr>
            <a:r>
              <a:t>AgentTeams 迁移路径与当前进展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2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2004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当前（本地模拟）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AgentTeams 生产环境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Agent 运行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同一 Python 进程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独立容器，AgentTeams Runtime 管理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通信方式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函数调用 ctx=await agent.process()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Matrix Room 事件发布/订阅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上下文传递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TaskContext 对象内存传递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Matrix Room 消息 JSON 序列化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状态管理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ctx.status 字段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TeamHarness Task 状态机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审批节点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if 条件判断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Matrix Room Human 实时消息确认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可观测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print/logging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</a:defRPr>
                      </a:pPr>
                      <a:r>
                        <a:t>AgentLoop + OpenTelemetry 全链路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5720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</a:defRPr>
            </a:pPr>
            <a:r>
              <a:t>迁移路径：Agent 决策逻辑、6 Skill 接口规范和 4 MCP 工具契约均保持不变，迁移本质上是通信层协议适配（函数调用→Matrix 消息）而非决策逻辑重写。迁移周期预估 1-2 周（含容器化+Matrix 配置+联调）。当前已具备：✅ 3 Agent Pipeline 跑通 ✅ 3 测试全通过 ✅ 2 套样例数据 ✅ GitHub 仓库就绪  ⚠️ 待 AgentTeams Runtime 真实部署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06 · 开源与路线图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</a:defRPr>
            </a:pPr>
            <a:r>
              <a:t>5 阶段渐进交付路线图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2103120" cy="347472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194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初赛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603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FDBFE"/>
                </a:solidFill>
              </a:defRPr>
            </a:pPr>
            <a:r>
              <a:t>当前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17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方案设计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291839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3 Agent 架构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5661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代码框架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0" y="2011680"/>
            <a:ext cx="2103120" cy="347472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2194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MVP v0.1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25603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FDBFE"/>
                </a:solidFill>
              </a:defRPr>
            </a:pPr>
            <a:r>
              <a:t>2 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3017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AgentTeams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3291839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可运行 Demo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5661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车险单场景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0" y="2011680"/>
            <a:ext cx="2103120" cy="347472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66360" y="2194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MVP v0.5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25603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FDBFE"/>
                </a:solidFill>
              </a:defRPr>
            </a:pPr>
            <a:r>
              <a:t>4 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6360" y="3017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3 Agent+4 MCP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3291839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端到端集成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60" y="35661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评测报告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0" y="2011680"/>
            <a:ext cx="2103120" cy="347472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52360" y="2194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v1.0-beta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5603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FDBFE"/>
                </a:solidFill>
              </a:defRPr>
            </a:pPr>
            <a:r>
              <a:t>复赛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3017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全场景覆盖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2360" y="3291839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开源发布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35661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Demo 视频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1200" y="2011680"/>
            <a:ext cx="2103120" cy="347472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38360" y="2194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v1.0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38360" y="25603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FDBFE"/>
                </a:solidFill>
              </a:defRPr>
            </a:pPr>
            <a:r>
              <a:t>决赛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8360" y="3017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生产级打磨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38360" y="3291839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安全审计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8360" y="35661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社区运营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06 · 开源与路线图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</a:defRPr>
            </a:pPr>
            <a:r>
              <a:t>开源计划与社区共建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645920"/>
            <a:ext cx="54864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645920"/>
            <a:ext cx="5486400" cy="3200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691640"/>
            <a:ext cx="5266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📦 计划开源内容（Apache 2.0）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2057400"/>
            <a:ext cx="52669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FinCopilot Skill Pack — 6 大 Skill 定义+实现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2240280"/>
            <a:ext cx="52669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MCP Connector SDK — 4 组参考实现+OpenAPI 3.0 契约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2423160"/>
            <a:ext cx="52669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AgentTeams 编排模板 — 风控场景 Agent 角色+协同流程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606040"/>
            <a:ext cx="52669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评测数据集（脱敏）— 100+ 真实风控案例+评估脚本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2788920"/>
            <a:ext cx="52669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文档：CC BY 4.0 协议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971800"/>
            <a:ext cx="52669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• 兼容阿里云 Skills 生态，MCP 可被其他项目复用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645920"/>
            <a:ext cx="54864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5040" y="1645920"/>
            <a:ext cx="5486400" cy="3200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1691640"/>
            <a:ext cx="5266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🤝 社区共建路径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2057400"/>
            <a:ext cx="52669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① 快速体验 — git clone + pip install 即可运行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4768" y="2240280"/>
            <a:ext cx="52669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② 提交 Issue — 反馈需求、Bug、改进建议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4768" y="2423160"/>
            <a:ext cx="52669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③ 贡献 PR — Skill 扩展 / MCP 适配器 / Agent 模板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2606040"/>
            <a:ext cx="52669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④ 分享实践 — 行业场景方案 + 最佳实践文章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44768" y="2788920"/>
            <a:ext cx="52669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GitHub: github.com/1Adalt/finco-pilot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2971800"/>
            <a:ext cx="52669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协议：Apache 2.0（代码）| CC BY 4.0（文档）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团队介绍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1E293B"/>
                </a:solidFill>
              </a:defRPr>
            </a:pPr>
            <a:r>
              <a:t>关于作者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3657600"/>
            <a:ext cx="822960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0" y="3657600"/>
            <a:ext cx="8229600" cy="3200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38528" y="3703320"/>
            <a:ext cx="8010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骆程浩 · 杭州电子科技大学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38528" y="4069080"/>
            <a:ext cx="8010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独立参赛。在本项目中完成了从场景调研、架构设计、Agent 角色定义、Skill 规格制定、MCP 契约设计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8528" y="4251960"/>
            <a:ext cx="8010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到可运行代码框架的全流程闭环。通过本项目系统学习了 AgentTeams 多 Agent 协同、MCP 工具集成、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38528" y="4434840"/>
            <a:ext cx="8010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RAG 上下文增强和 OpenTelemetry 可观测等关键技术。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38528" y="4617720"/>
            <a:ext cx="8010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938528" y="4800600"/>
            <a:ext cx="80101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</a:defRPr>
            </a:pPr>
            <a:r>
              <a:t>技术栈：Python · AgentTeams · MCP · RAG · OpenTelemetry · PyMuPDF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1A56DB"/>
                </a:solidFill>
              </a:defRPr>
            </a:pPr>
            <a:r>
              <a:t>Q &amp;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FinCopilot 3-Agent · 金融风控与理赔多智能体协同平台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t>1. 3 Agent 架构如何应对未来更复杂的欺诈模式？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t>2. Skill 体系与现有银行风控系统如何对接？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t>3. 从本地模拟到 Matrix Room 部署，最大的挑战是什么？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486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骆程浩 · 杭州电子科技大学 · github.com/1Adalt/finco-pilot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