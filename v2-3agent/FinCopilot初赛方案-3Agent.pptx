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FinCopilot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6DB"/>
                </a:solidFill>
              </a:defRPr>
            </a:pPr>
            <a:r>
              <a:t>金融风控与理赔多智能体协同平台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3-Agent 精简架构 · 感知 → 处置 → 审计 · 端到端自主闭环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GOAI 世界人工智能开源大赛 · Agent Infra 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骆程浩 · 杭州电子科技大学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分享大纲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定位 → 架构 → 能力 → 落地 → 开源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05156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场景与定位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50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金融风控为什么需要多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16352"/>
            <a:ext cx="105156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62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07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3-Agent 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16382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RiskDetective → Disposition → Auditor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29584"/>
            <a:ext cx="105156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7530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210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Agent 协同流程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87705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Pipeline 闭环 + 协作场景时间线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42816"/>
            <a:ext cx="105156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8853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342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Skill · MCP · RAG · 可观测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5902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能力抽象层 + 工具连接层 + 上下文增强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956048"/>
            <a:ext cx="105156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017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0474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安全边界与工程落地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303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审批网关 · 回滚引擎 · AgentTeams 迁移路径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669280"/>
            <a:ext cx="105156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开源与路线图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0167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Apache 2.0 开源 + 社区共建 + 5 阶段交付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01 · 场景与定位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为什么金融风控需要多 Agent？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复杂风控任务包含多信号源、多决策环节和严格合规要求，单个 LLM 无法胜任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65760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74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🔍 信号碎片化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交易流水、征信报告、舆情监控、投诉记录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分散在 5+ 异构系统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517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人工切换整合耗时 &gt;2 小时/条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跨系统信息遗漏率高达 40%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6576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65760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🎯 决策复杂化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860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团伙欺诈模式多变，规则引擎跟不上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688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传统 if-else 误报率 &gt;30%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6517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单 LLM 缺乏多视角交叉验证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8346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高风险决策出错不可逆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828800"/>
            <a:ext cx="36576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36576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874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📋 合规高压化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2860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银保监会持续强化全链路审计要求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4688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现有系统缺乏决策轨迹记录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6517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事后追溯需跨部门人工调取日志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8346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整改成本高、周期长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126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目标用户：商业银行风控部 · 保险公司理赔部 · 消费金融反欺诈团队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02 · 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从 4 Agent 到 3 Agent 的架构演进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4 Agent 版（v1）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3 Agent 版（v2 · 当前）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Aggregator / Analyzer / Disposition / Auditor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RiskDetective / Disposition / Auditor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聚合 → 分析 → 处置 → 审计（4 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感知 → 处置 → 审计（3 步）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核心变化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聚合和分析各自独立，互相校验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RiskDetective 内聚聚合+分析，减少编排开销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精简理由：风控场景中信号聚合和欺诈分析是紧耦合的——聚合到的信号质量直接影响分析判断结论，二者之间不需要额外的 AgentTeams 编排节点。合并后 Pipeline 从 4 步减少为 3 步，编排开销降低约 25%，同时保持了完整的「感知 → 处置 → 审计」闭环。6 大 Skill 和 4 组 MCP 作为底层能力在两个版本间完全共用。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1124712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434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设计权衡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8463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✅ 优势：架构更简洁 · Pipeline 更短 · 延迟更低 · 代码量减少约 30% · 故障排查路径更短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0292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⚠️ 风险：聚合和分析之间少了一道显式的 Agent 间校验 → 缓解措施：RiskDetective 内部仍执行规则+RAG+LLM 三层交叉验证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21208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🔮 未来：如果业务复杂度增长，可从 RiskDetective 重新拆分为聚合和分析两个独立 Agent，6 大 Skill 和 4 组 MCP 无需修改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02 · 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3 Agent 身份定义与 Pipeline 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645920"/>
            <a:ext cx="384048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384048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RiskDetective · 风险感知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🎯 信号聚合 + 欺诈检测 + 影响面评估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8600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11480" y="246888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· 多源信号接入与去重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5176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· 优先级分级 S0-S3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3464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· 规则→RAG→LLM 三层检测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01752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· 影响面量化 + 处置建议生成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645920"/>
            <a:ext cx="384048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645920"/>
            <a:ext cx="38404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91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DispositionAgent · 处置执行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0312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🎯 方案生成 + 自动执行 + 审批升级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28600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4343400" y="246888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· 生成处置工单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65176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· 限额内自动执行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83464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· 高风险升级人工审批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01752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· 回滚 Token 记录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645920"/>
            <a:ext cx="384048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645920"/>
            <a:ext cx="38404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691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ComplianceAuditor · 合规审计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0312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🎯 结果核验 + 合规审计 + 案例复盘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28600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8275320" y="246888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· 处置结果核验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65176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· 法规库合规匹配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83464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· 不可篡改审计轨迹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01752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· 案例复盘写入知识库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</a:defRPr>
            </a:pPr>
            <a:r>
              <a:t>Pipeline: RiskDetective → DispositionAgent → ComplianceAuditor → 知识沉淀（CaseReview 回写 RAG）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03 · Agent 详解 —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RiskDetective · 风险感知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6692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66928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处理流程：信号入 → 判断出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📥 多源输入：交易流水 / 征信报告 / 舆情数据 / 投诉记录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⚙️ 四步内部处理：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① 信号接入 → 去重 → 格式标准化 → S0-S3 优先级分级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517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② 规则引擎初筛：匹配预定义欺诈模式（如异常大额转账）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③ RAG 历史案例匹配：检索相似案例辅助判断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④ LLM 深度推理：复杂场景的综合分析与置信度评估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📤 输出：标准化风险事件列表 + 欺诈评分(0-100) + 影响面评估 + 处置建议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530352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508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设计决策与风险缓解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9202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💡 为什么合并聚合和分析？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1031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聚合信号质量直接影响分析结论——天然紧耦合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2860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减少一次 AgentTeams 编排调度开销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4688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Pipeline 4步→3步，延迟降低约 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6517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537960" y="28346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⚠️ 少了 Agent 间校验，如何保证可靠性？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0175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内部仍执行三层交叉验证（规则+RAG+LLM）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2004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下游 DispositionAgent 二次校验处置建议合理性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3832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ComplianceAuditor 三次校验结果合规性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566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537960" y="37490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🔮 未来扩展路径：当欺诈模式足够复杂、需要专职分析 Agent 时，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931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可从 RiskDetective 拆出 RiskAnalyzer，Skill/MCP 无需修改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03 · Agent 详解 —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DispositionAgent · 处置执行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分级执行机制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📥 输入：RiskDetective 的处置建议 + 业务规则 + 权限矩阵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⚙️ 执行逻辑：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低风险操作（账户标记、小额理赔 &lt;¥50,000）→ 自动执行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517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高风险操作（冻结账户、大额赔付 &gt;¥50,000、拒保）→ 升级审批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每笔操作生成 idempotency_key 防重复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每笔操作生成 rollback_token 支持撤销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📤 输出：处置工单 + 执行结果(成功/失败/待审批) + 回滚凭证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4864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54864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5087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审批与回滚流程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🔐 审批网关：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031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高风险动作自动暂停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推送审批请求至 Matrix Room 人工用户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4688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审批通过 → 继续执行 → 记录审批凭证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517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审批拒绝 → 触发回滚 → 记录拒绝原因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346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55080" y="30175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⏪ 回滚引擎：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2004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按执行顺序逆序回滚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3832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基于 rollback_token 逐操作撤销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5661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回滚操作同样记录审计日志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7490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355080" y="39319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💡 Human-in-the-loop 不是事后补救，是架构内置的安全开关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03 · Agent 详解 —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ComplianceAuditor · 合规审计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审计闭环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📥 输入：DispositionAgent 执行结果 + 全链路 Trace 数据 + 法规库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⚙️ 四步审计：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① 处置结果核验：比对预期 vs 实际执行情况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517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② 合规规则匹配：RAG 检索法规库，自动标注违规项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③ 审计轨迹生成：SHA-256 Hash 签名 + 链式存储，不可篡改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④ 证据包归档：Trace + Log + 关键决策快照 → 打包留存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📤 输出：核验结论 + 审计报告 + 合规评分(0-100) + 证据包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4864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548640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5087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案例复盘与持续进化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🔄 审计完成后自动触发 CaseReview Skill：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031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提取本案例关键特征（信号模式、处置路径、结果）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4688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生成复盘报告：哪些做对了、哪些可以改进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517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提取新检测规则 → 写入风控知识库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346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更新 RAG 案例库 → 下次相似场景自动检索复用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0175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355080" y="32004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📊 效果：每处理一个案例，系统就变强一点——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3832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历史案例越多，欺诈检测准确率越高，误报率越低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5661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355080" y="37490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🔒 合规：审计报告不可篡改，直接满足银保监会监管要求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03 · 协作场景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3 Agent 协同时间线 · 车险理赔完整案例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</a:defRPr>
            </a:pPr>
            <a:r>
              <a:t>10:01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</a:defRPr>
            </a:pPr>
            <a:r>
              <a:t>人工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828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客户提交车险理赔申请（保单 + 事故照片 + 交警报告）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</a:defRPr>
            </a:pPr>
            <a:r>
              <a:t>10:02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67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</a:defRPr>
            </a:pPr>
            <a:r>
              <a:t>RiskDetective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6771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聚合：理赔系统保单查询 + 定损 API 损失评估 + 保单库核验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066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</a:defRPr>
            </a:pPr>
            <a:r>
              <a:t>10:05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066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</a:defRPr>
            </a:pPr>
            <a:r>
              <a:t>RiskDetective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70662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分析：保单有效 ✓ / 定损 ¥35,000 / 欺诈评分 15（低风险）→ 建议自动赔付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455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10:07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145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</a:defRPr>
            </a:pPr>
            <a:r>
              <a:t>DispositionAgent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14553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生成赔付方案 ¥35,000 → 低于阈值 ¥50,000 → 自动执行 → 通知客户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844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10:09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84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</a:defRPr>
            </a:pPr>
            <a:r>
              <a:t>ComplianceAuditor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5844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核验赔付金额 ✓ → 合规检查通过 ✓ → 生成审计轨迹 + 归档证据包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10:12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</a:defRPr>
            </a:pPr>
            <a:r>
              <a:t>CaseReview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0233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案例复盘 → 提取经验 → 写入 RAG 知识库 → 闭环完成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622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10:15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</a:defRPr>
            </a:pPr>
            <a:r>
              <a:t>人工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46227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收到合规报告，确认闭环 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💡 若赔付金额 &gt;¥50,000，DispositionAgent 自动暂停 Pipeline，推送审批请求至 Matrix Room 人工用户，等待确认后继续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04 · 能力体系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6 大 Skill 工程体系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输入 → 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调用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复用场景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signal_aggregation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多源信号聚合与降噪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多源原始信号 → 标准化 RiskEvent 列表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RiskDetective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信贷审批、反洗钱信号聚合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fraud_detection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欺诈模式匹配与评分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RiskEvent + 历史案例 → 欺诈评分 + 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RiskDetective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保险反欺诈、信贷反欺诈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claim_assessment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理赔自动评估定损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理赔请求 + 保单 → 评估结果 + 建议金额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RiskDetective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车险、健康险、财产险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disposition_executor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处置执行+审批+回滚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处置方案 → 执行结果 + 回滚凭证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DispositionAgent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任何需审批回滚的业务操作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compliance_audit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合规审计+证据归档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执行结果 + 法规 → 审计报告 + 证据包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ComplianceAuditor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所有金融合规场景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case_review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案例复盘+知识沉淀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完整案例 Trace → 复盘报告 + 新规则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ComplianceAuditor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所有需经验积累的业务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所有 Skill 继承 BaseSkill 抽象类：带指数退避的重试机制（最多 3 次）· 结构化日志 · 执行耗时记录 · 失败回退标注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04 · 能力体系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MCP 工具连接层 + RAG 知识库 + 可观测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645920"/>
            <a:ext cx="36576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365760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MCP 工具连接层（4 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mcp-tx-system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860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→ 交易流水查询 / 账户冻结 / 解冻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688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mcp-credit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517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→ 个人/企业征信报告 / 信用评分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346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mcp-claims-system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0175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→ 保单查询 / 理赔提交 / 赔付执行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004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mcp-sentiment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3832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→ 舆情搜索 / 负面监控 / 趋势摘要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661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11480" y="37490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协议：JSON-RPC 2.0 | 鉴权：AK/SK+HMAC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9319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幂等：idempotency_key | 重试：指数退避 x3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645920"/>
            <a:ext cx="36576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1645920"/>
            <a:ext cx="36576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RAG 上下文增强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21031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📚 风控案例库（向量检索）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2860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历史欺诈案例相似度匹配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24688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处置路径推荐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26517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Top-K 检索 + 相似度阈值过滤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28346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4251960" y="30175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📋 法规库（向量检索）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2004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银保监会监管规则匹配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33832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合规要求自动标注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35661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法规版本管理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37490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4251960" y="39319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🔄 持续更新：CaseReview Skill 每次复盘后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41148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自动提取新规则写入知识库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1645920"/>
            <a:ext cx="36576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79" y="1645920"/>
            <a:ext cx="36576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39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全链路可观测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39" y="21031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🔍 Trace（全链路追踪）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39" y="22860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Agent→Skill→MCP→LLM 推理轨迹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39" y="24688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OpenTelemetry GenAI 语义规范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39" y="26517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8092439" y="28346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📊 Metrics（指标监控）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39" y="30175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Agent 决策耗时 / Skill 成功率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39" y="32004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MCP 调用延迟 / Token 消耗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39" y="33832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8092439" y="35661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📝 Log（结构化日志）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2439" y="37490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Agent 决策理由 / Skill 参数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39" y="39319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MCP 返回码 / 审计记录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39" y="41148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8092439" y="42976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推荐：LoongSuite + AgentScope Studio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05 · 安全与工程落地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安全边界与防护机制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36576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365760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审批网关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🔐 高风险操作强制人工确认：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赔付金额 &gt; ¥50,000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账户冻结 / 解冻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688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拒保 / 拒赔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517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大额授信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346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11480" y="30175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流程：Pipeline 暂停 → Matrix Room 推送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004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审批请求 → 人工确认/拒绝 → 继续/回滚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832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11480" y="35661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审批凭证记录在审计日志中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463040"/>
            <a:ext cx="36576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1463040"/>
            <a:ext cx="365760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1508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数据安全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19202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🛡️ PII 数据脱敏：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21031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姓名 / 身份证号 / 银行卡号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2860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Agent 不可见明文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24688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脱敏在 MCP 接入层完成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26517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251960" y="28346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🔑 权限控制：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30175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Agent 按角色最小权限（RBAC）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2004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Skill 按调用者鉴权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33832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MCP 按操作类型授权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35661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4251960" y="37490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📜 审计日志：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39319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Hash 链式存储，不可篡改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41148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记录 caller / timestamp / 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1463040"/>
            <a:ext cx="36576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79" y="1463040"/>
            <a:ext cx="36576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39" y="1508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容错与降级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39" y="19202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⏪ 回滚引擎：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39" y="21031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所有操作记录 rollback_token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39" y="22860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逆序逐操作撤销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39" y="24688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回滚操作同样审计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39" y="26517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8092439" y="28346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🔁 重试机制：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39" y="30175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Skill 执行：指数退避，最多 3 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39" y="32004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MCP 调用：指数退避，最多 3 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39" y="33832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8092439" y="35661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⬇️ 降级策略：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39" y="37490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MCP 不可用 → 本地规则引擎兜底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39" y="39319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LLM 不可用 → 规则+RAG 双通道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2439" y="41148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全部不可用 → 升级人工处理队列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05 · 工程落地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AgentTeams 迁移路径与当前进展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56692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566928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从模拟到真实 Matrix Room 协作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🖥️ 当前（本地 Python 模拟）：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Agent 间通过函数调用传递 TaskContext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状态用 Python 对象字段管理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688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审批是代码中的 if 条件判断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517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11480" y="28346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☁️ 迁移至 AgentTeams 后：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175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每个 Agent 作为独立容器运行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004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Matrix Room 消息机制替代函数调用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832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TeamHarness 状态机替代 TaskContext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5661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审批变为 Matrix Room 人工消息确认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490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411480" y="39319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✅ 迁移成本可控：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1148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Agent 决策逻辑不变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2976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6 大 Skill 接口不变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4805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4 组 MCP 契约不变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6634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迁移本质上是通信层协议适配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463040"/>
            <a:ext cx="54864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5087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当前进展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9202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✅ 已完成：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1031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3 Agent 身份定义与 Pipeline 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2860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6 大 Skill 完整规格清单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4688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4 组 MCP 接口契约（OpenAPI 3.0）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6517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本地 Python 代码框架（22 文件）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8346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Pipeline 端到端跑通（3 测试通过）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0175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2 套样例场景（欺诈检测 + 车险理赔）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2004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355080" y="33832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⚠️ 待完成：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5661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AgentTeams Runtime 真实部署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7490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真实 MCP Server 对接（当前 Mock）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9319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RAG 向量数据库接入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1148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OpenTelemetry 可观测集成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2976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· 真实脱敏数据验证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06 · 开源与路线图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5 阶段渐进交付路线图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2103120" cy="3291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初赛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60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FDBFE"/>
                </a:solidFill>
              </a:defRPr>
            </a:pPr>
            <a:r>
              <a:t>当前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方案设计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3 Agent 架构论证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011680"/>
            <a:ext cx="2103120" cy="3291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MVP v0.1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560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FDBFE"/>
                </a:solidFill>
              </a:defRPr>
            </a:pPr>
            <a:r>
              <a:t>2 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AgentTeams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车险理赔单场景 Demo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011680"/>
            <a:ext cx="2103120" cy="3291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MVP v0.5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560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FDBFE"/>
                </a:solidFill>
              </a:defRPr>
            </a:pPr>
            <a:r>
              <a:t>4 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3 Agent + 4 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端到端集成验证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011680"/>
            <a:ext cx="2103120" cy="3291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v1.0-beta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560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FDBFE"/>
                </a:solidFill>
              </a:defRPr>
            </a:pPr>
            <a:r>
              <a:t>复赛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全场景覆盖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开源发布 + 评测报告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2011680"/>
            <a:ext cx="2103120" cy="3291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v1.0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560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FDBFE"/>
                </a:solidFill>
              </a:defRPr>
            </a:pPr>
            <a:r>
              <a:t>决赛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生产级打磨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安全审计 + 社区运营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</a:defRPr>
            </a:pPr>
            <a:r>
              <a:t>关键风险与应对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064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· AgentTeams 学习曲线 → 基于官方文档 + 社区支持 | · MCP 对接复杂 → 先 Mock 验证，再逐步接入真实系统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0350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· 合规要求高 → 设计阶段即内置审计，非事后补救 | · 个人资源有限 → 聚焦车险理赔单场景，验证后扩展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06 · 开源与路线图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开源计划与社区共建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56692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566928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📦 计划开源内容（Apache 2.0）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· FinCopilot Skill Pack — 6 大 Skill 定义与实现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· MCP Connector SDK — 4 组参考实现 + OpenAPI 3.0 契约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· AgentTeams 编排模板 — 风控场景 Agent 角色 + Pipeline 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688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· 评测数据集（脱敏）— 100+ 真实风控案例 + 评估脚本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517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11480" y="28346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📜 协议：代码 Apache 2.0 | 文档 + 数据 CC BY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175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🔗 仓库：github.com/1Adalt/finco-pilot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004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🌐 兼容：阿里云 Skills 生态 · AgentTeams 项目可复用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54864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4864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087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🤝 社区共建路径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202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① 快速体验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031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 git clone → pip install → python main.py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2860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55080" y="24688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② 提交 Issue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6517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 反馈需求、报告 Bug、提出改进建议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8346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355080" y="30175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③ 贡献 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2004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 Skill 扩展 / MCP 适配 / Agent 模板 / 文档完善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3832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55080" y="35661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④ 分享实践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7490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 行业场景应用 · 最佳实践 · Demo &amp; Blog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9319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355080" y="41148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🏆 Good First Issue 标注，欢迎新手贡献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团队介绍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关于作者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骆程浩 · 杭州电子科技大学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🎓 独立参赛。在本项目中完成了从场景调研、架构设计、Agent 角色定义、Skill 规格制定、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   MCP 契约设计到可运行代码框架的全流程闭环。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51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💻 技术栈：Python · AgentTeams 多 Agent 协同 · MCP 工具集成 · RAG 上下文增强 · OpenTelemetry 可观测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94360" y="32004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📦 项目产出：方案 PPT · 作品简介 · 项目文章 · 代码包（22 文件 · 3 Agent · 6 Skill · 4 MCP · 3 测试通过）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8328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94360" y="35661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</a:defRPr>
            </a:pPr>
            <a:r>
              <a:t>🔗 GitHub: github.com/1Adalt/finco-pilot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56DB"/>
                </a:solidFill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FinCopilot 3-Agent · 金融风控与理赔多智能体协同平台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1. 3 Agent 架构如何应对未来更复杂的欺诈模式？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2. Skill 体系如何与金融机构现有风控系统集成？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3. 从本地模拟到 AgentTeams 生产部署，最大的挑战是什么？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骆程浩 · 杭州电子科技大学 · GitHub: github.com/1Adalt/finco-pilot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