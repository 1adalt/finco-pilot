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FinCopilot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6DB"/>
                </a:solidFill>
              </a:defRPr>
            </a:pPr>
            <a:r>
              <a:t>金融风控与理赔多智能体协同平台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3-Agent 精简架构 · 感知→处置→审计 · 端到端自主闭环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GOAI 世界人工智能开源大赛 · Agent Infra 赛道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骆程浩 · 杭州电子科技大学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架构演进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为什么从 4 Agent 精简到 3 Agent？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04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4 Agent 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3 Agent 版（当前）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Agent 数量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4（Aggregator/Analyzer/Disposition/Auditor）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3（Detective/Disposition/Auditor）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聚合→分析→处置→审计（4步）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感知→处置→审计（3步）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核心变化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聚合和分析各自独立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RiskDetective 合并聚合+分析，内聚感知能力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优势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各环节独立、可互相校验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更简洁、延迟更低、减少编排开销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赛题要求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≥3 Agent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恰好满足下限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精简理由：风控场景中信号聚合和欺诈分析是紧耦合的——聚合到的信号质量直接影响分析判断，二者之间不需要额外的编排节点。合并后 Pipeline 从 4 步减少到 3 步，编排开销降低约 25%，同时保持了完整的「感知→处置→审计」闭环。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Agent 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3 Agent 身份定义与 Pipeline 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365760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65760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RiskDetective · 风险感知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🎯 信号聚合 + 欺诈检测 + 影响面评估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多源信号接入与去重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6888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优先级分级 S0-S3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规则+RAG+LLM 三层检测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3464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影响面量化 + 处置建议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645920"/>
            <a:ext cx="365760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45920"/>
            <a:ext cx="365760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DispositionAgent · 处置执行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0312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🎯 方案生成 + 自动执行 + 审批升级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28600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生成处置工单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46888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限额内自动执行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65176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高风险升级人工审批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83464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回滚 Token 记录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645920"/>
            <a:ext cx="365760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645920"/>
            <a:ext cx="365760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16916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ComplianceAuditor · 合规审计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10312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🎯 结果核验 + 合规审计 + 案例复盘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28600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处置结果核验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46888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法规库合规匹配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65176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不可篡改审计轨迹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83464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案例复盘写入知识库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56DB"/>
                </a:solidFill>
              </a:defRPr>
            </a:pPr>
            <a:r>
              <a:t>Pipeline: RiskDetective → DispositionAgent → ComplianceAuditor → 知识沉淀（CaseReview Skill 回写 RAG）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Agent 详解 —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DB"/>
                </a:solidFill>
              </a:defRPr>
            </a:pPr>
            <a:r>
              <a:t>RiskDetective · 风险感知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</a:defRPr>
            </a:pPr>
            <a:r>
              <a:t>合并 4-Agent 版的 RiskAggregator + RiskAnalyzer，统一负责「感知」和「判断」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530352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530352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57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输入 → 处理 → 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688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📥 输入：交易流水 / 征信报告 / 舆情数据 / 投诉记录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517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94360" y="283464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⚙️ 处理流程：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175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① 多源信号接入 → 去重 → 标准化 → 优先级分级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② 规则引擎初筛 → RAG 历史案例匹配 → LLM 深度推理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832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③ 关联实体分析 → 资金流向计算 → 影响面量化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661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94360" y="374904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📤 输出：标准化风险事件 + 欺诈评分(0-100) + 影响面评估 + 处置建议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011680"/>
            <a:ext cx="530352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011680"/>
            <a:ext cx="530352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057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设计决策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4688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💡 为什么合并？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6517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信号质量直接影响分析结论——天然紧耦合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83464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合并后减少一次 AgentTeams 编排调度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175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Pipeline 从 4 步→3 步，延迟降低约 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20040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355080" y="33832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⚠️ 风险与缓解：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661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聚合和分析之间少了一道显式校验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74904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缓解：内部仍执行规则+RAG+LLM 三层交叉验证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9319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缓解：DispositionAgent 和 ComplianceAuditor 各做二次校验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协作场景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3 Agent 协作时间线 · 车险理赔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8288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人工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82880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客户提交车险理赔（保单+事故照片+交警报告）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402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RiskDetective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24028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聚合理赔系统+保单库+定损API信号 → 核验保单→定损评估→欺诈检测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6517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RiskDetective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5176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输出：保单有效 ✓ / 定损 ¥35,000 / 欺诈评分 15（低风险）→ 建议自动赔付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63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0632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DispositionAgent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6324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生成赔付方案 ¥35,000 → 低于阈值 ¥50,000 → 自动执行 → 通知客户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747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47472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ComplianceAuditor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4747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核验赔付金额 ✓ → 合规检查通过 ✓ → 生成审计轨迹 → 归档证据包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862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862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CaseReview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88620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案例复盘 → 提取经验 → 写入 RAG 知识库 → 闭环完成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9E0B"/>
                </a:solidFill>
              </a:defRPr>
            </a:pPr>
            <a:r>
              <a:t>💡 高风险操作（赔付&gt;¥50,000 / 拒保 / 冻结账户）自动分叉到人工审批节点，DispositionAgent 暂停等待确认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方案对比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4 Agent vs 3 Agent：为什么最终选 3 Agent？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对比维度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4 Agent 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3 Agent 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选择 3 Agent 的理由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Agent 数量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刚好满足赛题下限，不冗余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Pipeline 步骤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4 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3 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减少编排开销约 25%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Agent 内聚性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聚合和分析分离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RiskDetective 内聚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聚合+分析天然紧耦合，适合合并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多视角校验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显式两道（Aggregator→Analyzer）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内部三层（规则+RAG+LLM）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校验仍在，只是从 Agent 间移到 Agent 内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代码复杂度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5 个 Agent 文件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3 个 Agent 文件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更易维护和调试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扩展性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插入新 Agent 灵活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合并后扩展需拆分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当前场景够用，未来可拆分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可观测性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4 个 Agent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3 个 Agent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链路更短，排错更直观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结论：3 Agent 版在满足赛题要求的前提下，架构更简洁、延迟更低、代码更易维护。如果未来场景复杂化（需要独立的聚合和分析环节），可以从 RiskDetective 重新拆分为两个 Agent，6 大 Skill 和 4 组 MCP 作为底层能力保持不变。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Skill 与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6 大 Skill + 4 组 MCP（与 4-Agent 版共用）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Skill 承担能力抽象层，MCP 承担工具连接层。两个版本共享同一套 Skill/MCP，Agent 数量变化不影响底层能力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6858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5878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用途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调用 Agent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signal_aggregation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多源信号聚合与降噪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RiskDetective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fraud_detection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欺诈模式匹配与评分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RiskDetective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claim_assessment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理赔自动评估定损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RiskDetective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disposition_executor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处置执行+审批+回滚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DispositionAgent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compliance_audit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合规审计+证据归档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ComplianceAuditor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case_review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案例复盘+知识沉淀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ComplianceAuditor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</a:defRPr>
            </a:pPr>
            <a:r>
              <a:t>MCP 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• mcp-tx-system → 交易流水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• mcp-credit → 征信报告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291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• mcp-claims-system → 理赔核心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7490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• mcp-sentiment → 舆情监控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206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+ RAG (风控案例库/法规库)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572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+ OpenTelemetry 可观测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工程落地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可运行 Demo + 当前进展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34747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474720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运行方式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pip install -r requirements.txt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# 欺诈检测场景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688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python main.py --input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examples/sample_input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346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_fraud.json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175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# 3 tests · 0.04s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645920"/>
            <a:ext cx="34747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1645920"/>
            <a:ext cx="3474720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691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当前进展 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1031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✅ 3 Agent 身份定义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28600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✅ 6 Skill 规格清单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4688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✅ 4 MCP 接口契约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6517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✅ Pipeline 跑通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28346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✅ 3 测试全通过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0175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✅ GitHub 仓库就绪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645920"/>
            <a:ext cx="34747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645920"/>
            <a:ext cx="347472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39" y="1691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待完成 ⚠️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39" y="21031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⚠️ AgentTeams Runtime 部署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228600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⚠️ 真实 MCP Server 对接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24688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⚠️ RAG 向量数据库接入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39" y="26517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⚠️ 可观测集成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39" y="28346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⚠️ 真实数据验证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代码包：3agent-version/finco-pilot/ · 3 个 Agent 文件 + 6 个 Skill + 4 组 MCP + 2 套样例数据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56DB"/>
                </a:solidFill>
              </a:defRPr>
            </a:pPr>
            <a:r>
              <a:t>AgentTeams 迁移路径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当前：3 Agent 在本地 Python 环境中通过函数调用模拟协作。生产迁移至 AgentTeams 后：每个 Agent 作为独立容器运行于 AgentTeams Runtime，Matrix Room 消息机制（事件发布/订阅）替代函数调用进行上下文传递，TeamHarness 的 Task 状态机替代 TaskContext 对象管理 Pipeline 状态流转，Human-in-the-loop 审批节点从代码中的条件判断变为 Matrix Room 中人工用户的实时消息确认。Agent 的决策逻辑、6 大 Skill 接口规范和 4 组 MCP 工具契约均保持不变，迁移本质上是通信层的协议适配而非决策逻辑重写。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5 阶段渐进交付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2103120" cy="36576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初赛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3774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FDBFE"/>
                </a:solidFill>
              </a:defRPr>
            </a:pPr>
            <a:r>
              <a:t>当前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34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方案设计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08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3 Agent 架构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828800"/>
            <a:ext cx="2103120" cy="36576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MVP v0.1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3774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FDBFE"/>
                </a:solidFill>
              </a:defRPr>
            </a:pPr>
            <a:r>
              <a:t>2周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34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AgentTeams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108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可运行 Demo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1828800"/>
            <a:ext cx="2103120" cy="36576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MVP v0.5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3774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FDBFE"/>
                </a:solidFill>
              </a:defRPr>
            </a:pPr>
            <a:r>
              <a:t>4周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2834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3 Agent + 4 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108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端到端集成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1828800"/>
            <a:ext cx="2103120" cy="36576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v1.0-beta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3774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FDBFE"/>
                </a:solidFill>
              </a:defRPr>
            </a:pPr>
            <a:r>
              <a:t>复赛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834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全场景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3108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开源发布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1828800"/>
            <a:ext cx="2103120" cy="36576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v1.0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3774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FDBFE"/>
                </a:solidFill>
              </a:defRPr>
            </a:pPr>
            <a:r>
              <a:t>决赛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834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生产级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60" y="3108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社区运营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A56DB"/>
                </a:solidFill>
              </a:defRPr>
            </a:pPr>
            <a: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FinCopilot 3-Agent 精简版 · 金融风控与理赔多智能体协同平台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骆程浩 · 杭州电子科技大学 · GitHub: github.com/1Adalt/finco-pilot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